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E5CFAB-004F-4567-B3F2-09E45DA5DA4E}" v="8" dt="2026-09-29T10:25:52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h Pj" userId="7cc317ccac8eba29" providerId="LiveId" clId="{71927655-F3A0-4852-A0F2-AD64C0BBE386}"/>
    <pc:docChg chg="addSld modSld">
      <pc:chgData name="Prashanth Pj" userId="7cc317ccac8eba29" providerId="LiveId" clId="{71927655-F3A0-4852-A0F2-AD64C0BBE386}" dt="2026-09-29T10:26:21.148" v="255" actId="113"/>
      <pc:docMkLst>
        <pc:docMk/>
      </pc:docMkLst>
      <pc:sldChg chg="addSp modSp new mod">
        <pc:chgData name="Prashanth Pj" userId="7cc317ccac8eba29" providerId="LiveId" clId="{71927655-F3A0-4852-A0F2-AD64C0BBE386}" dt="2026-09-29T10:21:35.631" v="54" actId="122"/>
        <pc:sldMkLst>
          <pc:docMk/>
          <pc:sldMk cId="572112858" sldId="258"/>
        </pc:sldMkLst>
        <pc:spChg chg="add mod">
          <ac:chgData name="Prashanth Pj" userId="7cc317ccac8eba29" providerId="LiveId" clId="{71927655-F3A0-4852-A0F2-AD64C0BBE386}" dt="2026-09-29T10:21:35.631" v="54" actId="122"/>
          <ac:spMkLst>
            <pc:docMk/>
            <pc:sldMk cId="572112858" sldId="258"/>
            <ac:spMk id="2" creationId="{8E903391-EB38-733E-6110-0F20EAC293AA}"/>
          </ac:spMkLst>
        </pc:spChg>
      </pc:sldChg>
      <pc:sldChg chg="addSp modSp new mod">
        <pc:chgData name="Prashanth Pj" userId="7cc317ccac8eba29" providerId="LiveId" clId="{71927655-F3A0-4852-A0F2-AD64C0BBE386}" dt="2026-09-29T10:21:12.338" v="50" actId="113"/>
        <pc:sldMkLst>
          <pc:docMk/>
          <pc:sldMk cId="3862528170" sldId="259"/>
        </pc:sldMkLst>
        <pc:spChg chg="add mod">
          <ac:chgData name="Prashanth Pj" userId="7cc317ccac8eba29" providerId="LiveId" clId="{71927655-F3A0-4852-A0F2-AD64C0BBE386}" dt="2026-09-29T10:21:12.338" v="50" actId="113"/>
          <ac:spMkLst>
            <pc:docMk/>
            <pc:sldMk cId="3862528170" sldId="259"/>
            <ac:spMk id="2" creationId="{6C57BBAA-54EF-EE50-E40A-7F11B5531B9E}"/>
          </ac:spMkLst>
        </pc:spChg>
      </pc:sldChg>
      <pc:sldChg chg="addSp modSp new mod">
        <pc:chgData name="Prashanth Pj" userId="7cc317ccac8eba29" providerId="LiveId" clId="{71927655-F3A0-4852-A0F2-AD64C0BBE386}" dt="2026-09-29T10:22:32.974" v="96" actId="113"/>
        <pc:sldMkLst>
          <pc:docMk/>
          <pc:sldMk cId="2162924723" sldId="260"/>
        </pc:sldMkLst>
        <pc:spChg chg="add mod">
          <ac:chgData name="Prashanth Pj" userId="7cc317ccac8eba29" providerId="LiveId" clId="{71927655-F3A0-4852-A0F2-AD64C0BBE386}" dt="2026-09-29T10:22:32.974" v="96" actId="113"/>
          <ac:spMkLst>
            <pc:docMk/>
            <pc:sldMk cId="2162924723" sldId="260"/>
            <ac:spMk id="2" creationId="{AE1CA1DF-E940-27A4-7BFD-FEA76EE56AB6}"/>
          </ac:spMkLst>
        </pc:spChg>
      </pc:sldChg>
      <pc:sldChg chg="addSp modSp new mod">
        <pc:chgData name="Prashanth Pj" userId="7cc317ccac8eba29" providerId="LiveId" clId="{71927655-F3A0-4852-A0F2-AD64C0BBE386}" dt="2026-09-29T10:23:10.216" v="135" actId="113"/>
        <pc:sldMkLst>
          <pc:docMk/>
          <pc:sldMk cId="1054449926" sldId="261"/>
        </pc:sldMkLst>
        <pc:spChg chg="add mod">
          <ac:chgData name="Prashanth Pj" userId="7cc317ccac8eba29" providerId="LiveId" clId="{71927655-F3A0-4852-A0F2-AD64C0BBE386}" dt="2026-09-29T10:23:10.216" v="135" actId="113"/>
          <ac:spMkLst>
            <pc:docMk/>
            <pc:sldMk cId="1054449926" sldId="261"/>
            <ac:spMk id="2" creationId="{317CFAAE-F8FE-A3CD-BAC2-416B27EC0B54}"/>
          </ac:spMkLst>
        </pc:spChg>
      </pc:sldChg>
      <pc:sldChg chg="addSp modSp new mod">
        <pc:chgData name="Prashanth Pj" userId="7cc317ccac8eba29" providerId="LiveId" clId="{71927655-F3A0-4852-A0F2-AD64C0BBE386}" dt="2026-09-29T10:23:46.398" v="160" actId="113"/>
        <pc:sldMkLst>
          <pc:docMk/>
          <pc:sldMk cId="1032846381" sldId="262"/>
        </pc:sldMkLst>
        <pc:spChg chg="add mod">
          <ac:chgData name="Prashanth Pj" userId="7cc317ccac8eba29" providerId="LiveId" clId="{71927655-F3A0-4852-A0F2-AD64C0BBE386}" dt="2026-09-29T10:23:46.398" v="160" actId="113"/>
          <ac:spMkLst>
            <pc:docMk/>
            <pc:sldMk cId="1032846381" sldId="262"/>
            <ac:spMk id="2" creationId="{23EB2F25-1879-32E8-53E7-40EA904B670E}"/>
          </ac:spMkLst>
        </pc:spChg>
      </pc:sldChg>
      <pc:sldChg chg="addSp modSp new mod">
        <pc:chgData name="Prashanth Pj" userId="7cc317ccac8eba29" providerId="LiveId" clId="{71927655-F3A0-4852-A0F2-AD64C0BBE386}" dt="2026-09-29T10:24:44.106" v="189" actId="113"/>
        <pc:sldMkLst>
          <pc:docMk/>
          <pc:sldMk cId="831924083" sldId="263"/>
        </pc:sldMkLst>
        <pc:spChg chg="add mod">
          <ac:chgData name="Prashanth Pj" userId="7cc317ccac8eba29" providerId="LiveId" clId="{71927655-F3A0-4852-A0F2-AD64C0BBE386}" dt="2026-09-29T10:24:44.106" v="189" actId="113"/>
          <ac:spMkLst>
            <pc:docMk/>
            <pc:sldMk cId="831924083" sldId="263"/>
            <ac:spMk id="2" creationId="{B3F6FF66-390F-D228-44CE-9B65A5976E79}"/>
          </ac:spMkLst>
        </pc:spChg>
      </pc:sldChg>
      <pc:sldChg chg="addSp modSp new mod">
        <pc:chgData name="Prashanth Pj" userId="7cc317ccac8eba29" providerId="LiveId" clId="{71927655-F3A0-4852-A0F2-AD64C0BBE386}" dt="2026-09-29T10:25:46.301" v="227" actId="20577"/>
        <pc:sldMkLst>
          <pc:docMk/>
          <pc:sldMk cId="4211572094" sldId="264"/>
        </pc:sldMkLst>
        <pc:spChg chg="add mod">
          <ac:chgData name="Prashanth Pj" userId="7cc317ccac8eba29" providerId="LiveId" clId="{71927655-F3A0-4852-A0F2-AD64C0BBE386}" dt="2026-09-29T10:25:46.301" v="227" actId="20577"/>
          <ac:spMkLst>
            <pc:docMk/>
            <pc:sldMk cId="4211572094" sldId="264"/>
            <ac:spMk id="2" creationId="{9B30F45D-93CA-7B92-70EC-0EF7D904EE90}"/>
          </ac:spMkLst>
        </pc:spChg>
      </pc:sldChg>
      <pc:sldChg chg="addSp modSp new mod">
        <pc:chgData name="Prashanth Pj" userId="7cc317ccac8eba29" providerId="LiveId" clId="{71927655-F3A0-4852-A0F2-AD64C0BBE386}" dt="2026-09-29T10:26:21.148" v="255" actId="113"/>
        <pc:sldMkLst>
          <pc:docMk/>
          <pc:sldMk cId="3060301349" sldId="265"/>
        </pc:sldMkLst>
        <pc:spChg chg="add mod">
          <ac:chgData name="Prashanth Pj" userId="7cc317ccac8eba29" providerId="LiveId" clId="{71927655-F3A0-4852-A0F2-AD64C0BBE386}" dt="2026-09-29T10:26:21.148" v="255" actId="113"/>
          <ac:spMkLst>
            <pc:docMk/>
            <pc:sldMk cId="3060301349" sldId="265"/>
            <ac:spMk id="2" creationId="{2945FBD7-9FD9-AACA-533B-54AEDCA6E7C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BF50E-58C0-6138-6C8A-528B527D7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D0163-808F-1326-4E1C-51F17698E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F50BC-DFA7-4BB2-7563-301900E33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2AF62-BF19-648A-62D3-D62FFFE6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532B0-C3F3-625F-6833-B5EA8272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96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344F-B6F0-9861-E269-EC86928E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4E119-A1ED-404F-1845-691B2061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62889-9D89-9755-7D2A-389FEDB66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12505-31E2-1751-6BC5-D4498837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1343C-D1BC-D0C4-AFF0-2C40A50BD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800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3902-41C0-5670-618E-F57C5FCD3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EC61F-8E68-AC77-A7C0-077DC54AE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D8322-F00E-F4C9-B3D3-A2E5B7C3E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4D5BB-179C-832E-3932-2EECF7F5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AE7FB-663B-FCA5-DE2D-AEBB1865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224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8403-E148-C504-B8DE-23479E523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7430B-DC64-339A-3891-6EF63C79B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6BC74-9C67-9629-C68E-F66B5BD22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B55A8-200D-5670-F29A-96F89F9A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456EE-3C11-6BFC-F582-354381FE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DA8AD-4807-884F-A934-EFBDD1DA6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48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6AEDB-24A1-EAF6-2480-CFB70CF68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8CC59-9F02-0492-697C-7D15E9346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0B8C0-367D-4EA3-8CDA-A10097A1A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A1CD7E-5C34-99B2-CB8C-CEE36CDBD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48C04E-0C3B-D643-97CC-5FE58318D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0A7A5-20BF-32D4-4ED1-B35B4CF3A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47880-8DF9-ACB3-7596-361A40B1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C4113C-B696-403F-B49C-1133F474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4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CC9B8-CC17-E316-BF71-72FD7F428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A3EB65-C00A-1B10-813F-52A857D3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782427-7F79-6F89-6325-7FB394C6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FE286-D8A1-67CB-4D84-94BBA6B1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8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5C92AA-0D73-5605-BB36-48C26C05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4C5018-DE7F-2076-5E3D-FFD2F8428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A58D9-F367-B7E2-43A5-F00887B5F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2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1BADC-9004-4321-A620-A7A4B338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C6A68-985E-E0E9-18AF-FA4EA352E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5F801-E30F-264E-6863-07E91721C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418C8-30F9-F11E-51B8-B3DF1582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2B623-B0CA-1DF7-D6AF-4EFEFF1DA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2FFF3-2003-4B28-FB25-8C6DEC6BB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41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8AC1E-D23F-4589-BBD7-EA23288E3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5EA71-37EB-64AD-5D3A-0B89F958B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40CAD-868D-7CB5-D52F-B129061A3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6A8B6-F9F3-BE6C-38EA-E813C07BC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A78E2-735E-9839-EE63-746FAB90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6908B-7AB7-850B-9D71-B413BC2B8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CB85-3326-3329-B989-97224D2E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A5B3D-C079-986F-A366-ABC495B23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41C9C-AB68-A4BC-2365-FA128D8C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CEE1F-B16D-7083-FCC6-6E05913F9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31D06-16A7-1E20-FC2B-D32A7630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69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79E5E-33C0-AE7B-7874-26499193D9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8B001-34F5-9ABD-5017-5E1ECD2F8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C2E19-A39A-C122-68D3-8396B4ECE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4EB3-7C87-4292-9EA6-98364E4094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BDF11-86DF-8315-0E8A-D0923CC74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186A1-FF73-C731-726B-478DA418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655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599E43-8017-A091-8886-FCF2A92DD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F3C56-635F-286E-9642-61631F316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368FE-5724-9944-1C13-61B5B3384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5F4EB3-7C87-4292-9EA6-98364E40949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DBA87-1CAE-3239-57FE-0814FEA7C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34808-A935-8383-3646-17439F668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07F10-A098-48E9-BD78-49D2C5322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21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BE21CE-18F4-5293-83B4-DC634E748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032" y="639249"/>
            <a:ext cx="7607487" cy="7864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96BB58-454F-A75A-B9CC-592504351FB8}"/>
              </a:ext>
            </a:extLst>
          </p:cNvPr>
          <p:cNvSpPr txBox="1"/>
          <p:nvPr/>
        </p:nvSpPr>
        <p:spPr>
          <a:xfrm>
            <a:off x="3434026" y="1425677"/>
            <a:ext cx="59769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/>
              <a:t>Department of Artificial Intelligence &amp; Data Science</a:t>
            </a:r>
            <a:endParaRPr lang="en-IN" dirty="0"/>
          </a:p>
          <a:p>
            <a:pPr algn="ctr"/>
            <a:r>
              <a:rPr lang="en-IN" b="1" dirty="0"/>
              <a:t>Statistical Machine Learning for Data Science (BAD702)</a:t>
            </a:r>
            <a:endParaRPr lang="en-IN" dirty="0"/>
          </a:p>
          <a:p>
            <a:pPr algn="ctr"/>
            <a:r>
              <a:rPr lang="en-IN" b="1" dirty="0"/>
              <a:t>Mini Project Review</a:t>
            </a:r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0CE8B4-3B04-A305-D01F-D621CE1671B0}"/>
              </a:ext>
            </a:extLst>
          </p:cNvPr>
          <p:cNvSpPr txBox="1"/>
          <p:nvPr/>
        </p:nvSpPr>
        <p:spPr>
          <a:xfrm>
            <a:off x="3205316" y="3059668"/>
            <a:ext cx="6331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Project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5FDCA9-08D5-9082-7EFA-D041DC7B8C61}"/>
              </a:ext>
            </a:extLst>
          </p:cNvPr>
          <p:cNvSpPr txBox="1"/>
          <p:nvPr/>
        </p:nvSpPr>
        <p:spPr>
          <a:xfrm>
            <a:off x="4640826" y="4375355"/>
            <a:ext cx="3559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Presented By:</a:t>
            </a:r>
          </a:p>
          <a:p>
            <a:pPr algn="ctr"/>
            <a:r>
              <a:rPr lang="en-IN" dirty="0"/>
              <a:t>Name ( USN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C4087B-4CFF-3D34-12C2-7A05FD04F713}"/>
              </a:ext>
            </a:extLst>
          </p:cNvPr>
          <p:cNvSpPr txBox="1"/>
          <p:nvPr/>
        </p:nvSpPr>
        <p:spPr>
          <a:xfrm>
            <a:off x="5201265" y="6145161"/>
            <a:ext cx="2469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2026-2027</a:t>
            </a:r>
          </a:p>
        </p:txBody>
      </p:sp>
    </p:spTree>
    <p:extLst>
      <p:ext uri="{BB962C8B-B14F-4D97-AF65-F5344CB8AC3E}">
        <p14:creationId xmlns:p14="http://schemas.microsoft.com/office/powerpoint/2010/main" val="412340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57BBAA-54EF-EE50-E40A-7F11B5531B9E}"/>
              </a:ext>
            </a:extLst>
          </p:cNvPr>
          <p:cNvSpPr txBox="1"/>
          <p:nvPr/>
        </p:nvSpPr>
        <p:spPr>
          <a:xfrm>
            <a:off x="2969342" y="1042219"/>
            <a:ext cx="663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INTRODUCTION &amp;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862528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903391-EB38-733E-6110-0F20EAC293AA}"/>
              </a:ext>
            </a:extLst>
          </p:cNvPr>
          <p:cNvSpPr txBox="1"/>
          <p:nvPr/>
        </p:nvSpPr>
        <p:spPr>
          <a:xfrm>
            <a:off x="4247535" y="1268361"/>
            <a:ext cx="3932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57211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1CA1DF-E940-27A4-7BFD-FEA76EE56AB6}"/>
              </a:ext>
            </a:extLst>
          </p:cNvPr>
          <p:cNvSpPr txBox="1"/>
          <p:nvPr/>
        </p:nvSpPr>
        <p:spPr>
          <a:xfrm>
            <a:off x="2782529" y="1288026"/>
            <a:ext cx="7695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EXISTING SYSTEM AND 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2162924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7CFAAE-F8FE-A3CD-BAC2-416B27EC0B54}"/>
              </a:ext>
            </a:extLst>
          </p:cNvPr>
          <p:cNvSpPr txBox="1"/>
          <p:nvPr/>
        </p:nvSpPr>
        <p:spPr>
          <a:xfrm>
            <a:off x="1573161" y="1120877"/>
            <a:ext cx="90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HARDWARE AND SOFTWARE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1054449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EB2F25-1879-32E8-53E7-40EA904B670E}"/>
              </a:ext>
            </a:extLst>
          </p:cNvPr>
          <p:cNvSpPr txBox="1"/>
          <p:nvPr/>
        </p:nvSpPr>
        <p:spPr>
          <a:xfrm>
            <a:off x="3962400" y="1219200"/>
            <a:ext cx="4693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SYSTEM ARCHITECHTURE</a:t>
            </a:r>
          </a:p>
        </p:txBody>
      </p:sp>
    </p:spTree>
    <p:extLst>
      <p:ext uri="{BB962C8B-B14F-4D97-AF65-F5344CB8AC3E}">
        <p14:creationId xmlns:p14="http://schemas.microsoft.com/office/powerpoint/2010/main" val="1032846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F6FF66-390F-D228-44CE-9B65A5976E79}"/>
              </a:ext>
            </a:extLst>
          </p:cNvPr>
          <p:cNvSpPr txBox="1"/>
          <p:nvPr/>
        </p:nvSpPr>
        <p:spPr>
          <a:xfrm>
            <a:off x="2684206" y="1199535"/>
            <a:ext cx="6666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ALGORITHM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831924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30F45D-93CA-7B92-70EC-0EF7D904EE90}"/>
              </a:ext>
            </a:extLst>
          </p:cNvPr>
          <p:cNvSpPr txBox="1"/>
          <p:nvPr/>
        </p:nvSpPr>
        <p:spPr>
          <a:xfrm>
            <a:off x="3372466" y="1140542"/>
            <a:ext cx="566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4211572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45FBD7-9FD9-AACA-533B-54AEDCA6E7C0}"/>
              </a:ext>
            </a:extLst>
          </p:cNvPr>
          <p:cNvSpPr txBox="1"/>
          <p:nvPr/>
        </p:nvSpPr>
        <p:spPr>
          <a:xfrm>
            <a:off x="3038168" y="934065"/>
            <a:ext cx="6220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REFERENCES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3060301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</Words>
  <Application>Microsoft Office PowerPoint</Application>
  <PresentationFormat>Widescreen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Prashanth Pj</dc:creator>
  <cp:lastModifiedBy>Prashanth Pj</cp:lastModifiedBy>
  <cp:revision>1</cp:revision>
  <dcterms:created xsi:type="dcterms:W3CDTF">2026-09-29T10:15:13Z</dcterms:created>
  <dcterms:modified xsi:type="dcterms:W3CDTF">2026-09-29T10:26:24Z</dcterms:modified>
</cp:coreProperties>
</file>