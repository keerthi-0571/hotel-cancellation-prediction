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E5CFAB-004F-4567-B3F2-09E45DA5DA4E}" v="8" dt="2026-09-29T10:25:52.4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hanth Pj" userId="7cc317ccac8eba29" providerId="LiveId" clId="{71927655-F3A0-4852-A0F2-AD64C0BBE386}"/>
    <pc:docChg chg="addSld modSld">
      <pc:chgData name="Prashanth Pj" userId="7cc317ccac8eba29" providerId="LiveId" clId="{71927655-F3A0-4852-A0F2-AD64C0BBE386}" dt="2026-09-29T10:26:21.148" v="255" actId="113"/>
      <pc:docMkLst>
        <pc:docMk/>
      </pc:docMkLst>
      <pc:sldChg chg="addSp modSp new mod">
        <pc:chgData name="Prashanth Pj" userId="7cc317ccac8eba29" providerId="LiveId" clId="{71927655-F3A0-4852-A0F2-AD64C0BBE386}" dt="2026-09-29T10:21:35.631" v="54" actId="122"/>
        <pc:sldMkLst>
          <pc:docMk/>
          <pc:sldMk cId="572112858" sldId="258"/>
        </pc:sldMkLst>
        <pc:spChg chg="add mod">
          <ac:chgData name="Prashanth Pj" userId="7cc317ccac8eba29" providerId="LiveId" clId="{71927655-F3A0-4852-A0F2-AD64C0BBE386}" dt="2026-09-29T10:21:35.631" v="54" actId="122"/>
          <ac:spMkLst>
            <pc:docMk/>
            <pc:sldMk cId="572112858" sldId="258"/>
            <ac:spMk id="2" creationId="{8E903391-EB38-733E-6110-0F20EAC293AA}"/>
          </ac:spMkLst>
        </pc:spChg>
      </pc:sldChg>
      <pc:sldChg chg="addSp modSp new mod">
        <pc:chgData name="Prashanth Pj" userId="7cc317ccac8eba29" providerId="LiveId" clId="{71927655-F3A0-4852-A0F2-AD64C0BBE386}" dt="2026-09-29T10:21:12.338" v="50" actId="113"/>
        <pc:sldMkLst>
          <pc:docMk/>
          <pc:sldMk cId="3862528170" sldId="259"/>
        </pc:sldMkLst>
        <pc:spChg chg="add mod">
          <ac:chgData name="Prashanth Pj" userId="7cc317ccac8eba29" providerId="LiveId" clId="{71927655-F3A0-4852-A0F2-AD64C0BBE386}" dt="2026-09-29T10:21:12.338" v="50" actId="113"/>
          <ac:spMkLst>
            <pc:docMk/>
            <pc:sldMk cId="3862528170" sldId="259"/>
            <ac:spMk id="2" creationId="{6C57BBAA-54EF-EE50-E40A-7F11B5531B9E}"/>
          </ac:spMkLst>
        </pc:spChg>
      </pc:sldChg>
      <pc:sldChg chg="addSp modSp new mod">
        <pc:chgData name="Prashanth Pj" userId="7cc317ccac8eba29" providerId="LiveId" clId="{71927655-F3A0-4852-A0F2-AD64C0BBE386}" dt="2026-09-29T10:22:32.974" v="96" actId="113"/>
        <pc:sldMkLst>
          <pc:docMk/>
          <pc:sldMk cId="2162924723" sldId="260"/>
        </pc:sldMkLst>
        <pc:spChg chg="add mod">
          <ac:chgData name="Prashanth Pj" userId="7cc317ccac8eba29" providerId="LiveId" clId="{71927655-F3A0-4852-A0F2-AD64C0BBE386}" dt="2026-09-29T10:22:32.974" v="96" actId="113"/>
          <ac:spMkLst>
            <pc:docMk/>
            <pc:sldMk cId="2162924723" sldId="260"/>
            <ac:spMk id="2" creationId="{AE1CA1DF-E940-27A4-7BFD-FEA76EE56AB6}"/>
          </ac:spMkLst>
        </pc:spChg>
      </pc:sldChg>
      <pc:sldChg chg="addSp modSp new mod">
        <pc:chgData name="Prashanth Pj" userId="7cc317ccac8eba29" providerId="LiveId" clId="{71927655-F3A0-4852-A0F2-AD64C0BBE386}" dt="2026-09-29T10:23:10.216" v="135" actId="113"/>
        <pc:sldMkLst>
          <pc:docMk/>
          <pc:sldMk cId="1054449926" sldId="261"/>
        </pc:sldMkLst>
        <pc:spChg chg="add mod">
          <ac:chgData name="Prashanth Pj" userId="7cc317ccac8eba29" providerId="LiveId" clId="{71927655-F3A0-4852-A0F2-AD64C0BBE386}" dt="2026-09-29T10:23:10.216" v="135" actId="113"/>
          <ac:spMkLst>
            <pc:docMk/>
            <pc:sldMk cId="1054449926" sldId="261"/>
            <ac:spMk id="2" creationId="{317CFAAE-F8FE-A3CD-BAC2-416B27EC0B54}"/>
          </ac:spMkLst>
        </pc:spChg>
      </pc:sldChg>
      <pc:sldChg chg="addSp modSp new mod">
        <pc:chgData name="Prashanth Pj" userId="7cc317ccac8eba29" providerId="LiveId" clId="{71927655-F3A0-4852-A0F2-AD64C0BBE386}" dt="2026-09-29T10:23:46.398" v="160" actId="113"/>
        <pc:sldMkLst>
          <pc:docMk/>
          <pc:sldMk cId="1032846381" sldId="262"/>
        </pc:sldMkLst>
        <pc:spChg chg="add mod">
          <ac:chgData name="Prashanth Pj" userId="7cc317ccac8eba29" providerId="LiveId" clId="{71927655-F3A0-4852-A0F2-AD64C0BBE386}" dt="2026-09-29T10:23:46.398" v="160" actId="113"/>
          <ac:spMkLst>
            <pc:docMk/>
            <pc:sldMk cId="1032846381" sldId="262"/>
            <ac:spMk id="2" creationId="{23EB2F25-1879-32E8-53E7-40EA904B670E}"/>
          </ac:spMkLst>
        </pc:spChg>
      </pc:sldChg>
      <pc:sldChg chg="addSp modSp new mod">
        <pc:chgData name="Prashanth Pj" userId="7cc317ccac8eba29" providerId="LiveId" clId="{71927655-F3A0-4852-A0F2-AD64C0BBE386}" dt="2026-09-29T10:24:44.106" v="189" actId="113"/>
        <pc:sldMkLst>
          <pc:docMk/>
          <pc:sldMk cId="831924083" sldId="263"/>
        </pc:sldMkLst>
        <pc:spChg chg="add mod">
          <ac:chgData name="Prashanth Pj" userId="7cc317ccac8eba29" providerId="LiveId" clId="{71927655-F3A0-4852-A0F2-AD64C0BBE386}" dt="2026-09-29T10:24:44.106" v="189" actId="113"/>
          <ac:spMkLst>
            <pc:docMk/>
            <pc:sldMk cId="831924083" sldId="263"/>
            <ac:spMk id="2" creationId="{B3F6FF66-390F-D228-44CE-9B65A5976E79}"/>
          </ac:spMkLst>
        </pc:spChg>
      </pc:sldChg>
      <pc:sldChg chg="addSp modSp new mod">
        <pc:chgData name="Prashanth Pj" userId="7cc317ccac8eba29" providerId="LiveId" clId="{71927655-F3A0-4852-A0F2-AD64C0BBE386}" dt="2026-09-29T10:25:46.301" v="227" actId="20577"/>
        <pc:sldMkLst>
          <pc:docMk/>
          <pc:sldMk cId="4211572094" sldId="264"/>
        </pc:sldMkLst>
        <pc:spChg chg="add mod">
          <ac:chgData name="Prashanth Pj" userId="7cc317ccac8eba29" providerId="LiveId" clId="{71927655-F3A0-4852-A0F2-AD64C0BBE386}" dt="2026-09-29T10:25:46.301" v="227" actId="20577"/>
          <ac:spMkLst>
            <pc:docMk/>
            <pc:sldMk cId="4211572094" sldId="264"/>
            <ac:spMk id="2" creationId="{9B30F45D-93CA-7B92-70EC-0EF7D904EE90}"/>
          </ac:spMkLst>
        </pc:spChg>
      </pc:sldChg>
      <pc:sldChg chg="addSp modSp new mod">
        <pc:chgData name="Prashanth Pj" userId="7cc317ccac8eba29" providerId="LiveId" clId="{71927655-F3A0-4852-A0F2-AD64C0BBE386}" dt="2026-09-29T10:26:21.148" v="255" actId="113"/>
        <pc:sldMkLst>
          <pc:docMk/>
          <pc:sldMk cId="3060301349" sldId="265"/>
        </pc:sldMkLst>
        <pc:spChg chg="add mod">
          <ac:chgData name="Prashanth Pj" userId="7cc317ccac8eba29" providerId="LiveId" clId="{71927655-F3A0-4852-A0F2-AD64C0BBE386}" dt="2026-09-29T10:26:21.148" v="255" actId="113"/>
          <ac:spMkLst>
            <pc:docMk/>
            <pc:sldMk cId="3060301349" sldId="265"/>
            <ac:spMk id="2" creationId="{2945FBD7-9FD9-AACA-533B-54AEDCA6E7C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BF50E-58C0-6138-6C8A-528B527D7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BD0163-808F-1326-4E1C-51F17698E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F50BC-DFA7-4BB2-7563-301900E33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F4EB3-7C87-4292-9EA6-98364E40949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2AF62-BF19-648A-62D3-D62FFFE6E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532B0-C3F3-625F-6833-B5EA8272C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07F10-A098-48E9-BD78-49D2C53222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96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1344F-B6F0-9861-E269-EC86928E2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4E119-A1ED-404F-1845-691B20618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62889-9D89-9755-7D2A-389FEDB66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F4EB3-7C87-4292-9EA6-98364E40949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12505-31E2-1751-6BC5-D44988379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1343C-D1BC-D0C4-AFF0-2C40A50BD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07F10-A098-48E9-BD78-49D2C53222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800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3902-41C0-5670-618E-F57C5FCD3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EC61F-8E68-AC77-A7C0-077DC54AE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D8322-F00E-F4C9-B3D3-A2E5B7C3E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F4EB3-7C87-4292-9EA6-98364E40949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4D5BB-179C-832E-3932-2EECF7F5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AE7FB-663B-FCA5-DE2D-AEBB18650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07F10-A098-48E9-BD78-49D2C53222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224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48403-E148-C504-B8DE-23479E523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7430B-DC64-339A-3891-6EF63C79B4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D6BC74-9C67-9629-C68E-F66B5BD22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7B55A8-200D-5670-F29A-96F89F9A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F4EB3-7C87-4292-9EA6-98364E40949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456EE-3C11-6BFC-F582-354381FE4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DA8AD-4807-884F-A934-EFBDD1DA6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07F10-A098-48E9-BD78-49D2C53222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486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6AEDB-24A1-EAF6-2480-CFB70CF68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8CC59-9F02-0492-697C-7D15E9346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0B8C0-367D-4EA3-8CDA-A10097A1A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A1CD7E-5C34-99B2-CB8C-CEE36CDBD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48C04E-0C3B-D643-97CC-5FE58318DD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00A7A5-20BF-32D4-4ED1-B35B4CF3A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F4EB3-7C87-4292-9EA6-98364E40949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447880-8DF9-ACB3-7596-361A40B1B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C4113C-B696-403F-B49C-1133F4746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07F10-A098-48E9-BD78-49D2C53222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549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CC9B8-CC17-E316-BF71-72FD7F428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A3EB65-C00A-1B10-813F-52A857D36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F4EB3-7C87-4292-9EA6-98364E40949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782427-7F79-6F89-6325-7FB394C6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0FE286-D8A1-67CB-4D84-94BBA6B1D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07F10-A098-48E9-BD78-49D2C53222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84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5C92AA-0D73-5605-BB36-48C26C05E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F4EB3-7C87-4292-9EA6-98364E40949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4C5018-DE7F-2076-5E3D-FFD2F8428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A58D9-F367-B7E2-43A5-F00887B5F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07F10-A098-48E9-BD78-49D2C53222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22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1BADC-9004-4321-A620-A7A4B3388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C6A68-985E-E0E9-18AF-FA4EA352E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5F801-E30F-264E-6863-07E91721C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8418C8-30F9-F11E-51B8-B3DF1582D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F4EB3-7C87-4292-9EA6-98364E40949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E2B623-B0CA-1DF7-D6AF-4EFEFF1DA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2FFF3-2003-4B28-FB25-8C6DEC6BB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07F10-A098-48E9-BD78-49D2C53222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411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8AC1E-D23F-4589-BBD7-EA23288E3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35EA71-37EB-64AD-5D3A-0B89F958BF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440CAD-868D-7CB5-D52F-B129061A3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6A8B6-F9F3-BE6C-38EA-E813C07BC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F4EB3-7C87-4292-9EA6-98364E40949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A78E2-735E-9839-EE63-746FAB904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36908B-7AB7-850B-9D71-B413BC2B8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07F10-A098-48E9-BD78-49D2C53222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77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3CB85-3326-3329-B989-97224D2E9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A5B3D-C079-986F-A366-ABC495B23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41C9C-AB68-A4BC-2365-FA128D8C0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F4EB3-7C87-4292-9EA6-98364E40949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CEE1F-B16D-7083-FCC6-6E05913F9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31D06-16A7-1E20-FC2B-D32A7630E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07F10-A098-48E9-BD78-49D2C53222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69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B79E5E-33C0-AE7B-7874-26499193D9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68B001-34F5-9ABD-5017-5E1ECD2F8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C2E19-A39A-C122-68D3-8396B4ECE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F4EB3-7C87-4292-9EA6-98364E40949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BDF11-86DF-8315-0E8A-D0923CC74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186A1-FF73-C731-726B-478DA4180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07F10-A098-48E9-BD78-49D2C53222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655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599E43-8017-A091-8886-FCF2A92DD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F3C56-635F-286E-9642-61631F316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368FE-5724-9944-1C13-61B5B33842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5F4EB3-7C87-4292-9EA6-98364E40949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DBA87-1CAE-3239-57FE-0814FEA7C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34808-A935-8383-3646-17439F668F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107F10-A098-48E9-BD78-49D2C53222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217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BE21CE-18F4-5293-83B4-DC634E748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8032" y="639249"/>
            <a:ext cx="7607487" cy="7864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96BB58-454F-A75A-B9CC-592504351FB8}"/>
              </a:ext>
            </a:extLst>
          </p:cNvPr>
          <p:cNvSpPr txBox="1"/>
          <p:nvPr/>
        </p:nvSpPr>
        <p:spPr>
          <a:xfrm>
            <a:off x="3434026" y="1425677"/>
            <a:ext cx="59769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&amp; Data Science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Machine Learning for Data Science (BAD702)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0CE8B4-3B04-A305-D01F-D621CE1671B0}"/>
              </a:ext>
            </a:extLst>
          </p:cNvPr>
          <p:cNvSpPr txBox="1"/>
          <p:nvPr/>
        </p:nvSpPr>
        <p:spPr>
          <a:xfrm>
            <a:off x="3205316" y="3059668"/>
            <a:ext cx="63319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 BOOKING CANCELLATION PREDICTION USING MACHINE LEARNING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5FDCA9-08D5-9082-7EFA-D041DC7B8C61}"/>
              </a:ext>
            </a:extLst>
          </p:cNvPr>
          <p:cNvSpPr txBox="1"/>
          <p:nvPr/>
        </p:nvSpPr>
        <p:spPr>
          <a:xfrm>
            <a:off x="4640826" y="4375355"/>
            <a:ext cx="3559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S KEERTHI ( 1EP23AD018 )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VINOD KUMAR A(1EP23AD060)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C4087B-4CFF-3D34-12C2-7A05FD04F713}"/>
              </a:ext>
            </a:extLst>
          </p:cNvPr>
          <p:cNvSpPr txBox="1"/>
          <p:nvPr/>
        </p:nvSpPr>
        <p:spPr>
          <a:xfrm>
            <a:off x="5201265" y="6145161"/>
            <a:ext cx="2469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2026-2027</a:t>
            </a:r>
          </a:p>
        </p:txBody>
      </p:sp>
    </p:spTree>
    <p:extLst>
      <p:ext uri="{BB962C8B-B14F-4D97-AF65-F5344CB8AC3E}">
        <p14:creationId xmlns:p14="http://schemas.microsoft.com/office/powerpoint/2010/main" val="412340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57BBAA-54EF-EE50-E40A-7F11B5531B9E}"/>
              </a:ext>
            </a:extLst>
          </p:cNvPr>
          <p:cNvSpPr txBox="1"/>
          <p:nvPr/>
        </p:nvSpPr>
        <p:spPr>
          <a:xfrm>
            <a:off x="2969342" y="1042219"/>
            <a:ext cx="6633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CD7F5D-058A-3FCE-FBA3-63D68866BDCA}"/>
              </a:ext>
            </a:extLst>
          </p:cNvPr>
          <p:cNvSpPr txBox="1"/>
          <p:nvPr/>
        </p:nvSpPr>
        <p:spPr>
          <a:xfrm>
            <a:off x="1941009" y="1799455"/>
            <a:ext cx="8690164" cy="379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 booking cancellations can cause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loss and inefficient resource management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mainly record bookings but may not predict whether a customer will cancel.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can identify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 in historical booking 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predicts whether a booking is likely to be: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Cancelled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Cancelled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provides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cancellation probability and risk level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528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903391-EB38-733E-6110-0F20EAC293AA}"/>
              </a:ext>
            </a:extLst>
          </p:cNvPr>
          <p:cNvSpPr txBox="1"/>
          <p:nvPr/>
        </p:nvSpPr>
        <p:spPr>
          <a:xfrm>
            <a:off x="4129548" y="530942"/>
            <a:ext cx="3932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8D090E-35F2-C1A3-5554-91F50D57D667}"/>
              </a:ext>
            </a:extLst>
          </p:cNvPr>
          <p:cNvSpPr txBox="1"/>
          <p:nvPr/>
        </p:nvSpPr>
        <p:spPr>
          <a:xfrm>
            <a:off x="1582993" y="1288691"/>
            <a:ext cx="11248104" cy="5038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develops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 Booking Cancellation Prediction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hotel booking data is used to train a machine learning classification model.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booking attributes are processed before prediction.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Flask backend connects the trained model with the web application.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enter booking details through a simple frontend.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generates: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Cancellation prediction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Cancellation probability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level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dashboard stores and displays previous predictions.</a:t>
            </a:r>
          </a:p>
        </p:txBody>
      </p:sp>
    </p:spTree>
    <p:extLst>
      <p:ext uri="{BB962C8B-B14F-4D97-AF65-F5344CB8AC3E}">
        <p14:creationId xmlns:p14="http://schemas.microsoft.com/office/powerpoint/2010/main" val="572112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1CA1DF-E940-27A4-7BFD-FEA76EE56AB6}"/>
              </a:ext>
            </a:extLst>
          </p:cNvPr>
          <p:cNvSpPr txBox="1"/>
          <p:nvPr/>
        </p:nvSpPr>
        <p:spPr>
          <a:xfrm>
            <a:off x="2723536" y="511278"/>
            <a:ext cx="7695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AND PROPOSED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C1D0FE-33E8-2A2A-2CF5-F2B5083D8373}"/>
              </a:ext>
            </a:extLst>
          </p:cNvPr>
          <p:cNvSpPr txBox="1"/>
          <p:nvPr/>
        </p:nvSpPr>
        <p:spPr>
          <a:xfrm>
            <a:off x="1258530" y="1720840"/>
            <a:ext cx="3824748" cy="3376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hotel booking systems mainly focus on: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registration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information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availability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Reservation management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Cancellation recording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854BA5-0995-2627-BC7D-F746559B4D1B}"/>
              </a:ext>
            </a:extLst>
          </p:cNvPr>
          <p:cNvSpPr txBox="1"/>
          <p:nvPr/>
        </p:nvSpPr>
        <p:spPr>
          <a:xfrm>
            <a:off x="6096000" y="1720840"/>
            <a:ext cx="544707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uses Machine Learning to predict booking cancellation.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web interface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details as input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data preprocessing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prediction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Cancellation probability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/ Medium / High risk classification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for prediction history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using charts</a:t>
            </a:r>
          </a:p>
        </p:txBody>
      </p:sp>
    </p:spTree>
    <p:extLst>
      <p:ext uri="{BB962C8B-B14F-4D97-AF65-F5344CB8AC3E}">
        <p14:creationId xmlns:p14="http://schemas.microsoft.com/office/powerpoint/2010/main" val="2162924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7CFAAE-F8FE-A3CD-BAC2-416B27EC0B54}"/>
              </a:ext>
            </a:extLst>
          </p:cNvPr>
          <p:cNvSpPr txBox="1"/>
          <p:nvPr/>
        </p:nvSpPr>
        <p:spPr>
          <a:xfrm>
            <a:off x="1559187" y="530941"/>
            <a:ext cx="9073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REQUIREMENTS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0080AF-AF9C-FDA2-2AFB-4F83F73BC7AD}"/>
              </a:ext>
            </a:extLst>
          </p:cNvPr>
          <p:cNvSpPr txBox="1"/>
          <p:nvPr/>
        </p:nvSpPr>
        <p:spPr>
          <a:xfrm>
            <a:off x="2191045" y="1647526"/>
            <a:ext cx="834758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Core i3/i5 or equivalent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Minimum 4 GB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Minimum 5 GB free space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Display: Standard monitor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Keyboard &amp; Mouse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OS: Windows / Linux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Language: Python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JavaScript, Bootstrap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Flask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ML/Data: Scikit-learn, Pandas,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 Chart.js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 VS Code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Browser: Chrome / Microsoft Edge</a:t>
            </a:r>
          </a:p>
        </p:txBody>
      </p:sp>
    </p:spTree>
    <p:extLst>
      <p:ext uri="{BB962C8B-B14F-4D97-AF65-F5344CB8AC3E}">
        <p14:creationId xmlns:p14="http://schemas.microsoft.com/office/powerpoint/2010/main" val="1054449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EB2F25-1879-32E8-53E7-40EA904B670E}"/>
              </a:ext>
            </a:extLst>
          </p:cNvPr>
          <p:cNvSpPr txBox="1"/>
          <p:nvPr/>
        </p:nvSpPr>
        <p:spPr>
          <a:xfrm>
            <a:off x="4031226" y="372635"/>
            <a:ext cx="4693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ARCHITECHTURE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C5B89D-6130-93BE-EF25-8AA7ABAF2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883" y="1258078"/>
            <a:ext cx="7286932" cy="485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846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F6FF66-390F-D228-44CE-9B65A5976E79}"/>
              </a:ext>
            </a:extLst>
          </p:cNvPr>
          <p:cNvSpPr txBox="1"/>
          <p:nvPr/>
        </p:nvSpPr>
        <p:spPr>
          <a:xfrm>
            <a:off x="2762696" y="623213"/>
            <a:ext cx="6666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AND TECHNOLOGY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908E46-1792-FD17-0BA9-571AE968C727}"/>
              </a:ext>
            </a:extLst>
          </p:cNvPr>
          <p:cNvSpPr txBox="1"/>
          <p:nvPr/>
        </p:nvSpPr>
        <p:spPr>
          <a:xfrm>
            <a:off x="1297858" y="1932320"/>
            <a:ext cx="525042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Machine Learning – Binary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hotel booking dataset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preprocess the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relevant booking features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 categorical 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data into training and testing sets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the classification model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model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Cancelled / Not Cancelled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cancellation probability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Low / Medium / High Risk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ADBA2B-FA67-48C0-BCF7-FB4190D0F258}"/>
              </a:ext>
            </a:extLst>
          </p:cNvPr>
          <p:cNvSpPr txBox="1"/>
          <p:nvPr/>
        </p:nvSpPr>
        <p:spPr>
          <a:xfrm>
            <a:off x="6843251" y="1932320"/>
            <a:ext cx="412954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– Machine Learning &amp; backend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– Data processing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– ML &amp; preprocessing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Model saving/loading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– REST API backend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 – Frontend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 – User interface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Chart.js – Dashboard visualization</a:t>
            </a:r>
          </a:p>
        </p:txBody>
      </p:sp>
    </p:spTree>
    <p:extLst>
      <p:ext uri="{BB962C8B-B14F-4D97-AF65-F5344CB8AC3E}">
        <p14:creationId xmlns:p14="http://schemas.microsoft.com/office/powerpoint/2010/main" val="831924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30F45D-93CA-7B92-70EC-0EF7D904EE90}"/>
              </a:ext>
            </a:extLst>
          </p:cNvPr>
          <p:cNvSpPr txBox="1"/>
          <p:nvPr/>
        </p:nvSpPr>
        <p:spPr>
          <a:xfrm>
            <a:off x="3635475" y="747252"/>
            <a:ext cx="5668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4B871C-8335-E5BC-67F8-FFB8CDC26D4F}"/>
              </a:ext>
            </a:extLst>
          </p:cNvPr>
          <p:cNvSpPr txBox="1"/>
          <p:nvPr/>
        </p:nvSpPr>
        <p:spPr>
          <a:xfrm>
            <a:off x="2379408" y="1847158"/>
            <a:ext cx="803295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Hotel booking dataset is collected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Missing values are handled and categorical data is converted into a suitable format.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processed data is used to train a supervised ML classification model.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Saving: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Trained model and preprocessing pipeline are saved using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Flask API receives booking details and performs prediction.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CSS, JavaScript and Bootstrap provide a simple booking interface.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displays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Cancelled / Not Cancelled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probability and risk level.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Prediction history and statistics are displayed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Chart.js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1572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45FBD7-9FD9-AACA-533B-54AEDCA6E7C0}"/>
              </a:ext>
            </a:extLst>
          </p:cNvPr>
          <p:cNvSpPr txBox="1"/>
          <p:nvPr/>
        </p:nvSpPr>
        <p:spPr>
          <a:xfrm>
            <a:off x="2985573" y="589936"/>
            <a:ext cx="6220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&amp; 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911B48-3897-C7A4-A7DC-E706DFB3AA03}"/>
              </a:ext>
            </a:extLst>
          </p:cNvPr>
          <p:cNvSpPr txBox="1"/>
          <p:nvPr/>
        </p:nvSpPr>
        <p:spPr>
          <a:xfrm>
            <a:off x="1278194" y="1636162"/>
            <a:ext cx="1159223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Hotel Booking Demand Dataset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Documentation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Machine Learning and preprocessing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Documentation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analysis and data processing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Documentation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Web application and REST API development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 Documentation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Frontend interface design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Chart.js Documentation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visualization 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Machine Learning-based Hotel Booking Cancellation Prediction System.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predicts whether a booking is Cancelled or Not Cancelled.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cancellation probability and risk level.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connects the trained ML model with the web interface.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helps visualize and monitor prediction results.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the practical application of Machine Learning in the hospitality domain.</a:t>
            </a:r>
          </a:p>
        </p:txBody>
      </p:sp>
    </p:spTree>
    <p:extLst>
      <p:ext uri="{BB962C8B-B14F-4D97-AF65-F5344CB8AC3E}">
        <p14:creationId xmlns:p14="http://schemas.microsoft.com/office/powerpoint/2010/main" val="3060301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658</Words>
  <Application>Microsoft Office PowerPoint</Application>
  <PresentationFormat>Widescreen</PresentationFormat>
  <Paragraphs>112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Prashanth Pj</dc:creator>
  <cp:lastModifiedBy>K S Keerthi</cp:lastModifiedBy>
  <cp:revision>2</cp:revision>
  <dcterms:created xsi:type="dcterms:W3CDTF">2026-09-29T10:15:13Z</dcterms:created>
  <dcterms:modified xsi:type="dcterms:W3CDTF">2026-10-01T18:13:57Z</dcterms:modified>
</cp:coreProperties>
</file>